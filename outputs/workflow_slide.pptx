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27b826d1c4454a" /><Relationship Type="http://schemas.openxmlformats.org/officeDocument/2006/relationships/extended-properties" Target="/docProps/app.xml" Id="R3d6bdf9f32464d10" /><Relationship Type="http://schemas.openxmlformats.org/officeDocument/2006/relationships/officeDocument" Target="/ppt/presentation.xml" Id="R62001a2874274d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6606ec2dec4093"/>
  </p:sldMasterIdLst>
  <p:notesMasterIdLst>
    <p:notesMasterId xmlns:r="http://schemas.openxmlformats.org/officeDocument/2006/relationships" r:id="Rafb3f357ca414a1c"/>
  </p:notesMasterIdLst>
  <p:sldIdLst>
    <p:sldId xmlns:r="http://schemas.openxmlformats.org/officeDocument/2006/relationships" id="256" r:id="Rfff18e03b1fa4eb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3247b5b0924a8d" /><Relationship Type="http://schemas.openxmlformats.org/officeDocument/2006/relationships/slideMaster" Target="/ppt/slideMasters/slideMaster1.xml" Id="Ra16606ec2dec4093" /><Relationship Type="http://schemas.openxmlformats.org/officeDocument/2006/relationships/notesMaster" Target="/ppt/notesMasters/notesMaster1.xml" Id="Rafb3f357ca414a1c" /><Relationship Type="http://schemas.openxmlformats.org/officeDocument/2006/relationships/presProps" Target="/ppt/presProps.xml" Id="R2b70a008312043cc" /><Relationship Type="http://schemas.openxmlformats.org/officeDocument/2006/relationships/tableStyles" Target="/ppt/tableStyles.xml" Id="Rc38f9d39129944d3" /><Relationship Type="http://schemas.openxmlformats.org/officeDocument/2006/relationships/slide" Target="/ppt/slides/slide1.xml" Id="Rfff18e03b1fa4e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7f2047ac1f4b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a62a8356444ba6" /><Relationship Type="http://schemas.openxmlformats.org/officeDocument/2006/relationships/notesMaster" Target="/ppt/notesMasters/notesMaster1.xml" Id="R0bdaf63b31a74e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c28186455646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df185fad754e85" /><Relationship Type="http://schemas.openxmlformats.org/officeDocument/2006/relationships/slideLayout" Target="/ppt/slideLayouts/slideLayout1.xml" Id="R1932eecb569440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32eecb569440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42b7924644085" /><Relationship Type="http://schemas.openxmlformats.org/officeDocument/2006/relationships/notesSlide" Target="/ppt/notesSlides/notesSlide1.xml" Id="Rfe5a5fc4b38747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E9FD0C-DAED-435B-B7B1-9669E806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20618"/>
                </a:solidFill>
                <a:latin typeface="Aptos Display"/>
                <a:ea typeface="Aptos Display"/>
                <a:cs typeface="Aptos Display"/>
              </a:rPr>
              <a:t>AI Review Discovery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0F087-17A6-432B-98E1-5CD9353C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A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A55"/>
                </a:solidFill>
                <a:latin typeface="Aptos"/>
                <a:ea typeface="Aptos"/>
                <a:cs typeface="Aptos"/>
              </a:rPr>
              <a:t>Reviews -&gt; AI Analysis -&gt; Insights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71AEF-EA9C-4FDD-B70C-F9330ADD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53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2748E"/>
                </a:solidFill>
                <a:latin typeface="Aptos"/>
                <a:ea typeface="Aptos"/>
                <a:cs typeface="Aptos"/>
              </a:rPr>
              <a:t>Sources: App Store, Play Store, Reddit, Spotify Community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CDC4A-74AF-435C-B3E2-140BCEA0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D9D7C-21DF-40F8-BAB5-03B1C646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7D"/>
          </a:solidFill>
          <a:ln xmlns:a="http://schemas.openxmlformats.org/drawingml/2006/main" w="0">
            <a:solidFill>
              <a:srgbClr val="00BC7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A92DF-F957-4E7B-8024-175329E1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2061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20618"/>
                </a:solidFill>
                <a:latin typeface="Aptos Display"/>
                <a:ea typeface="Aptos Display"/>
                <a:cs typeface="Aptos Display"/>
              </a:rPr>
              <a:t>1. Reviews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34733-0209-45F4-896D-BC38CBC9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724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56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5556C"/>
                </a:solidFill>
                <a:latin typeface="Aptos"/>
                <a:ea typeface="Aptos"/>
                <a:cs typeface="Aptos"/>
              </a:rPr>
              <a:t>Play Store, App Store, Reddit, and Spotify Community exports filtered to English feedback from the last 12 months.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BDF20-BACD-4BFF-AD45-50090916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954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8B640D-A37A-433F-9E8C-D0A9C78E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954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F4"/>
          </a:solidFill>
          <a:ln xmlns:a="http://schemas.openxmlformats.org/drawingml/2006/main" w="0">
            <a:solidFill>
              <a:srgbClr val="00A6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F2EF0-C25B-467A-8B24-E9C42AB4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9050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2061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20618"/>
                </a:solidFill>
                <a:latin typeface="Aptos Display"/>
                <a:ea typeface="Aptos Display"/>
                <a:cs typeface="Aptos Display"/>
              </a:rPr>
              <a:t>2. AI 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AAA1B-0D05-4C1F-8A40-F1A9A3D4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324100"/>
            <a:ext cx="2724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56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5556C"/>
                </a:solidFill>
                <a:latin typeface="Aptos"/>
                <a:ea typeface="Aptos"/>
                <a:cs typeface="Aptos"/>
              </a:rPr>
              <a:t>Deduplication, sentiment, themes, intents, segments, and clusters convert raw comments into structured product signals.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44A4F0-6B26-49E1-AC5D-2A4665C3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954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44F1C-D11E-46BB-A314-9BAB10C2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954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2AFB"/>
          </a:solidFill>
          <a:ln xmlns:a="http://schemas.openxmlformats.org/drawingml/2006/main" w="0">
            <a:solidFill>
              <a:srgbClr val="E12AF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99844-F700-4177-ADB3-02C91729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050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2061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20618"/>
                </a:solidFill>
                <a:latin typeface="Aptos Display"/>
                <a:ea typeface="Aptos Display"/>
                <a:cs typeface="Aptos Display"/>
              </a:rPr>
              <a:t>3. Insights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FA5CF-A0AE-4366-AFC4-C4444C7E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24100"/>
            <a:ext cx="2724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56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5556C"/>
                </a:solidFill>
                <a:latin typeface="Aptos"/>
                <a:ea typeface="Aptos"/>
                <a:cs typeface="Aptos"/>
              </a:rPr>
              <a:t>PM-ready findings, representative quotes, user segments, and opportunity areas for Spotify discovery surfaces.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0FC34E-8FFE-412A-95C9-526CE505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812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90A1B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90A1B9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9098E4-0A2B-4D7F-95A5-EB561899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812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90A1B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90A1B9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E40C4C-1D25-408C-9039-680312CE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3276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0">
            <a:solidFill>
              <a:srgbClr val="0F17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3F4A0D-6BBC-4A1D-8FD5-85BEE07D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AD5E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AD5E2"/>
                </a:solidFill>
                <a:latin typeface="Aptos"/>
                <a:ea typeface="Aptos"/>
                <a:cs typeface="Aptos"/>
              </a:rPr>
              <a:t>TOP FRICTION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2AF617-06C4-4992-B505-F14749CD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43400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73%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70FCEF-22C7-427A-8704-3BC8DF81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Search and browse friction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3AF1AD-249D-4496-BE4A-9FCE7D6F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71950"/>
            <a:ext cx="3276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0">
            <a:solidFill>
              <a:srgbClr val="0F17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706098-407A-4803-83CA-39F46DF8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624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AD5E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AD5E2"/>
                </a:solidFill>
                <a:latin typeface="Aptos"/>
                <a:ea typeface="Aptos"/>
                <a:cs typeface="Aptos"/>
              </a:rPr>
              <a:t>TOP INTENT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42CF1A-5221-4A2E-88DD-F26C2038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43400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89%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276864-CC3E-4A25-A10A-88E2563B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053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Find a specific song or artist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926156-7C09-42F3-88A4-A7187575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276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0">
            <a:solidFill>
              <a:srgbClr val="0F172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53DEFB-E984-4A7C-90CB-C2A920BF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624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AD5E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AD5E2"/>
                </a:solidFill>
                <a:latin typeface="Aptos"/>
                <a:ea typeface="Aptos"/>
                <a:cs typeface="Aptos"/>
              </a:rPr>
              <a:t>TOP SEGMENT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2C12C4-903C-446E-9230-93A4536B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343400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EA9053-2D70-42D0-A648-59C558CB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053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General Spotify listeners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4324C4-1838-493A-AE73-214A53D6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2748E"/>
                </a:solidFill>
                <a:latin typeface="Aptos"/>
                <a:ea typeface="Aptos"/>
                <a:cs typeface="Aptos"/>
              </a:rPr>
              <a:t>Output: PM report, cleaned review set, JSON summary, and editable one-slide workflow.</a:t>
            </a:r>
          </a:p>
        </p:txBody>
      </p:sp>
    </p:spTree>
    <p:extLst>
      <p:ext uri="{BB962C8B-B14F-4D97-AF65-F5344CB8AC3E}">
        <p14:creationId xmlns:p14="http://schemas.microsoft.com/office/powerpoint/2010/main" val="818319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2026-06-18T18:08:27.7270000Z</dcterms:created>
  <dcterms:modified xsi:type="dcterms:W3CDTF">2026-06-18T18:08:27.7270000Z</dcterms:modified>
</coreProperties>
</file>